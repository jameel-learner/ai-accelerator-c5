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/>
          <a:p>
            <a:r>
              <a:t>Start by setting the core message. Explain that the architecture did not change—only the abstraction layer changed. Students should understand that a framework like LlamaIndex simplifies the implementation, but the underlying RAG pattern remains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/>
          <a:p>
            <a:r>
              <a:t>Connect the notebook flow to the conceptual RAG pipeline. Point out that the notebook wrapped this in a higher-level library and made it easy to write in a few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/>
          <a:p>
            <a:r>
              <a:t>Walk through the file map. Emphasize that the notebook's framework steps are now visible as explicit code in the project. This is the transition from abstraction to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/>
          <a:p>
            <a:r>
              <a:t>This slide is the key teaching point. Show students that the same conceptual components exist, but are implemented with different tools and code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/>
          <a:p>
            <a:r>
              <a:t>Explain the real-world pipeline as a sequence. This is the same logic the notebook showed, just now implemented in a product-ready structure with Streamlit and a custom orchestration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/>
          <a:p>
            <a:r>
              <a:t>End with the message students should remember. The notebook is the conceptual blueprint; the project is the implemented version. They are not separate ideas—they are the same architecture in different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4: Same RAG, Different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Day 3 used a framework-based RAG pipeline</a:t>
            </a:r>
          </a:p>
          <a:p>
            <a:pPr/>
            <a:r>
              <a:t>Day 4 builds the same logic manually in Python</a:t>
            </a:r>
          </a:p>
          <a:p>
            <a:pPr/>
            <a:r>
              <a:t>The concept is the same; the tooling is different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happening in Day 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Load documents into the pipeline</a:t>
            </a:r>
          </a:p>
          <a:p>
            <a:pPr/>
            <a:r>
              <a:t>Split text into chunks</a:t>
            </a:r>
          </a:p>
          <a:p>
            <a:pPr/>
            <a:r>
              <a:t>Embed text and store vectors</a:t>
            </a:r>
          </a:p>
          <a:p>
            <a:pPr/>
            <a:r>
              <a:t>Query the vector store and pass context to the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is the same logic in the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PDF extraction: src/pdf_parser.py</a:t>
            </a:r>
          </a:p>
          <a:p>
            <a:pPr/>
            <a:r>
              <a:t>Chunking: src/chunker.py</a:t>
            </a:r>
          </a:p>
          <a:p>
            <a:pPr/>
            <a:r>
              <a:t>Vector storage: src/vector_store.py</a:t>
            </a:r>
          </a:p>
          <a:p>
            <a:pPr/>
            <a:r>
              <a:t>Retrieval and generation: src/rag.py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Notebook-to-project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LlamaIndex ingestion pipeline -&gt; src/main.py + src/chunker.py</a:t>
            </a:r>
          </a:p>
          <a:p>
            <a:pPr/>
            <a:r>
              <a:t>LanceDB vector store -&gt; src/vector_store.py</a:t>
            </a:r>
          </a:p>
          <a:p>
            <a:pPr/>
            <a:r>
              <a:t>Query engine -&gt; src/rag.py</a:t>
            </a:r>
          </a:p>
          <a:p>
            <a:pPr/>
            <a:r>
              <a:t>LLM provider layer -&gt; src/llm_config.py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 in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Extract text from PDFs</a:t>
            </a:r>
          </a:p>
          <a:p>
            <a:pPr/>
            <a:r>
              <a:t>Chunk the text into manageable passages</a:t>
            </a:r>
          </a:p>
          <a:p>
            <a:pPr/>
            <a:r>
              <a:t>Embed and store in Chroma</a:t>
            </a:r>
          </a:p>
          <a:p>
            <a:pPr/>
            <a:r>
              <a:t>Retrieve relevant docs for the question</a:t>
            </a:r>
          </a:p>
          <a:p>
            <a:pPr/>
            <a:r>
              <a:t>Send context + question to the selected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Day 3 = framework-based proof of concept</a:t>
            </a:r>
          </a:p>
          <a:p>
            <a:pPr/>
            <a:r>
              <a:t>Day 4 = same RAG architecture as a real app</a:t>
            </a:r>
          </a:p>
          <a:p>
            <a:pPr/>
            <a:r>
              <a:t>Different tools, same logic</a:t>
            </a:r>
          </a:p>
          <a:p>
            <a:pPr/>
            <a:r>
              <a:t>This is how RAG looks in production-ish Python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4: Same RAG, Different Implementation</dc:title>
  <dc:subject>Instructor teaching deck</dc:subject>
  <dc:creator>GitHub Copilot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